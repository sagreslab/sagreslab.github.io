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F1B13E"/>
    <a:srgbClr val="00AFEB"/>
    <a:srgbClr val="AFEB01"/>
    <a:srgbClr val="22D3EE"/>
    <a:srgbClr val="586E10"/>
    <a:srgbClr val="AAD31E"/>
    <a:srgbClr val="2A9D8F"/>
    <a:srgbClr val="0B3C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18E65-7DA8-4CF0-B51D-9C2E96114531}" v="9" dt="2026-07-20T09:01:12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076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ís Filipe Soldado Granadeiro Rosado" userId="09efd696-5e37-4827-962e-22ce8ac9a98e" providerId="ADAL" clId="{F4DE9456-F6FF-4523-9B81-83756EC7CD55}"/>
    <pc:docChg chg="undo redo custSel addSld modSld">
      <pc:chgData name="Luís Filipe Soldado Granadeiro Rosado" userId="09efd696-5e37-4827-962e-22ce8ac9a98e" providerId="ADAL" clId="{F4DE9456-F6FF-4523-9B81-83756EC7CD55}" dt="2026-07-20T09:02:18.889" v="1653" actId="207"/>
      <pc:docMkLst>
        <pc:docMk/>
      </pc:docMkLst>
      <pc:sldChg chg="addSp delSp modSp new mod">
        <pc:chgData name="Luís Filipe Soldado Granadeiro Rosado" userId="09efd696-5e37-4827-962e-22ce8ac9a98e" providerId="ADAL" clId="{F4DE9456-F6FF-4523-9B81-83756EC7CD55}" dt="2026-07-17T14:20:15.781" v="1078" actId="1076"/>
        <pc:sldMkLst>
          <pc:docMk/>
          <pc:sldMk cId="1373701839" sldId="256"/>
        </pc:sldMkLst>
        <pc:spChg chg="add mod">
          <ac:chgData name="Luís Filipe Soldado Granadeiro Rosado" userId="09efd696-5e37-4827-962e-22ce8ac9a98e" providerId="ADAL" clId="{F4DE9456-F6FF-4523-9B81-83756EC7CD55}" dt="2026-07-17T14:03:14.055" v="1047" actId="207"/>
          <ac:spMkLst>
            <pc:docMk/>
            <pc:sldMk cId="1373701839" sldId="256"/>
            <ac:spMk id="4" creationId="{C0B5894F-281B-BA7D-37A2-9A2DD408E6FA}"/>
          </ac:spMkLst>
        </pc:spChg>
        <pc:spChg chg="add mod">
          <ac:chgData name="Luís Filipe Soldado Granadeiro Rosado" userId="09efd696-5e37-4827-962e-22ce8ac9a98e" providerId="ADAL" clId="{F4DE9456-F6FF-4523-9B81-83756EC7CD55}" dt="2026-07-17T13:53:24.991" v="874" actId="207"/>
          <ac:spMkLst>
            <pc:docMk/>
            <pc:sldMk cId="1373701839" sldId="256"/>
            <ac:spMk id="6" creationId="{20F5A1EA-51B4-B801-9107-CB3EC3BCA01B}"/>
          </ac:spMkLst>
        </pc:spChg>
        <pc:spChg chg="add mod">
          <ac:chgData name="Luís Filipe Soldado Granadeiro Rosado" userId="09efd696-5e37-4827-962e-22ce8ac9a98e" providerId="ADAL" clId="{F4DE9456-F6FF-4523-9B81-83756EC7CD55}" dt="2026-07-17T13:52:35.407" v="781" actId="207"/>
          <ac:spMkLst>
            <pc:docMk/>
            <pc:sldMk cId="1373701839" sldId="256"/>
            <ac:spMk id="7" creationId="{C30A0B0A-A11B-6D63-6C68-7DB7C41FEC14}"/>
          </ac:spMkLst>
        </pc:spChg>
        <pc:spChg chg="add del mod">
          <ac:chgData name="Luís Filipe Soldado Granadeiro Rosado" userId="09efd696-5e37-4827-962e-22ce8ac9a98e" providerId="ADAL" clId="{F4DE9456-F6FF-4523-9B81-83756EC7CD55}" dt="2026-07-17T14:11:22.506" v="1057" actId="1076"/>
          <ac:spMkLst>
            <pc:docMk/>
            <pc:sldMk cId="1373701839" sldId="256"/>
            <ac:spMk id="9" creationId="{0DFF324E-621E-05B9-AEE8-571A435B5CF5}"/>
          </ac:spMkLst>
        </pc:spChg>
        <pc:spChg chg="add mod">
          <ac:chgData name="Luís Filipe Soldado Granadeiro Rosado" userId="09efd696-5e37-4827-962e-22ce8ac9a98e" providerId="ADAL" clId="{F4DE9456-F6FF-4523-9B81-83756EC7CD55}" dt="2026-07-17T14:03:40.749" v="1050" actId="207"/>
          <ac:spMkLst>
            <pc:docMk/>
            <pc:sldMk cId="1373701839" sldId="256"/>
            <ac:spMk id="12" creationId="{32D2A5BA-5490-BBD9-F35C-2D26EC9C9C61}"/>
          </ac:spMkLst>
        </pc:spChg>
        <pc:spChg chg="add mod">
          <ac:chgData name="Luís Filipe Soldado Granadeiro Rosado" userId="09efd696-5e37-4827-962e-22ce8ac9a98e" providerId="ADAL" clId="{F4DE9456-F6FF-4523-9B81-83756EC7CD55}" dt="2026-07-17T14:11:47.502" v="1064" actId="1076"/>
          <ac:spMkLst>
            <pc:docMk/>
            <pc:sldMk cId="1373701839" sldId="256"/>
            <ac:spMk id="15" creationId="{386DD5FC-D571-A739-1D6F-6EDE9635D5F7}"/>
          </ac:spMkLst>
        </pc:spChg>
        <pc:picChg chg="add">
          <ac:chgData name="Luís Filipe Soldado Granadeiro Rosado" userId="09efd696-5e37-4827-962e-22ce8ac9a98e" providerId="ADAL" clId="{F4DE9456-F6FF-4523-9B81-83756EC7CD55}" dt="2026-07-17T14:03:01.681" v="1045"/>
          <ac:picMkLst>
            <pc:docMk/>
            <pc:sldMk cId="1373701839" sldId="256"/>
            <ac:picMk id="11" creationId="{75EF105A-4A38-2A5C-A9BE-283CF92A87A7}"/>
          </ac:picMkLst>
        </pc:picChg>
        <pc:picChg chg="add mod">
          <ac:chgData name="Luís Filipe Soldado Granadeiro Rosado" userId="09efd696-5e37-4827-962e-22ce8ac9a98e" providerId="ADAL" clId="{F4DE9456-F6FF-4523-9B81-83756EC7CD55}" dt="2026-07-17T14:11:18.256" v="1054" actId="1076"/>
          <ac:picMkLst>
            <pc:docMk/>
            <pc:sldMk cId="1373701839" sldId="256"/>
            <ac:picMk id="14" creationId="{5D5F2F39-183F-D4CB-DC65-91ACBF7641FB}"/>
          </ac:picMkLst>
        </pc:picChg>
        <pc:picChg chg="add mod modCrop">
          <ac:chgData name="Luís Filipe Soldado Granadeiro Rosado" userId="09efd696-5e37-4827-962e-22ce8ac9a98e" providerId="ADAL" clId="{F4DE9456-F6FF-4523-9B81-83756EC7CD55}" dt="2026-07-17T14:20:15.781" v="1078" actId="1076"/>
          <ac:picMkLst>
            <pc:docMk/>
            <pc:sldMk cId="1373701839" sldId="256"/>
            <ac:picMk id="19" creationId="{3DB87AF6-20F0-CE43-4A63-825BC7F0F517}"/>
          </ac:picMkLst>
        </pc:picChg>
      </pc:sldChg>
      <pc:sldChg chg="addSp delSp modSp add mod">
        <pc:chgData name="Luís Filipe Soldado Granadeiro Rosado" userId="09efd696-5e37-4827-962e-22ce8ac9a98e" providerId="ADAL" clId="{F4DE9456-F6FF-4523-9B81-83756EC7CD55}" dt="2026-07-20T08:39:07.557" v="1573" actId="14100"/>
        <pc:sldMkLst>
          <pc:docMk/>
          <pc:sldMk cId="1164552849" sldId="257"/>
        </pc:sldMkLst>
        <pc:spChg chg="add mod">
          <ac:chgData name="Luís Filipe Soldado Granadeiro Rosado" userId="09efd696-5e37-4827-962e-22ce8ac9a98e" providerId="ADAL" clId="{F4DE9456-F6FF-4523-9B81-83756EC7CD55}" dt="2026-07-20T08:39:01.204" v="1572" actId="14100"/>
          <ac:spMkLst>
            <pc:docMk/>
            <pc:sldMk cId="1164552849" sldId="257"/>
            <ac:spMk id="3" creationId="{B8D7809A-0B2D-FAC9-FD12-60AEA63EA172}"/>
          </ac:spMkLst>
        </pc:spChg>
        <pc:spChg chg="add mod">
          <ac:chgData name="Luís Filipe Soldado Granadeiro Rosado" userId="09efd696-5e37-4827-962e-22ce8ac9a98e" providerId="ADAL" clId="{F4DE9456-F6FF-4523-9B81-83756EC7CD55}" dt="2026-07-20T08:39:07.557" v="1573" actId="14100"/>
          <ac:spMkLst>
            <pc:docMk/>
            <pc:sldMk cId="1164552849" sldId="257"/>
            <ac:spMk id="4" creationId="{241CB3F8-50AE-2EA2-26A9-1A0ABADFF631}"/>
          </ac:spMkLst>
        </pc:spChg>
        <pc:spChg chg="add mod">
          <ac:chgData name="Luís Filipe Soldado Granadeiro Rosado" userId="09efd696-5e37-4827-962e-22ce8ac9a98e" providerId="ADAL" clId="{F4DE9456-F6FF-4523-9B81-83756EC7CD55}" dt="2026-07-17T16:26:36.926" v="1549" actId="1076"/>
          <ac:spMkLst>
            <pc:docMk/>
            <pc:sldMk cId="1164552849" sldId="257"/>
            <ac:spMk id="13" creationId="{E38422F6-F954-C02B-4F9F-3F85DB03F34B}"/>
          </ac:spMkLst>
        </pc:spChg>
        <pc:picChg chg="add mod">
          <ac:chgData name="Luís Filipe Soldado Granadeiro Rosado" userId="09efd696-5e37-4827-962e-22ce8ac9a98e" providerId="ADAL" clId="{F4DE9456-F6FF-4523-9B81-83756EC7CD55}" dt="2026-07-17T16:26:42.159" v="1552" actId="1076"/>
          <ac:picMkLst>
            <pc:docMk/>
            <pc:sldMk cId="1164552849" sldId="257"/>
            <ac:picMk id="2" creationId="{34CF6639-11E7-6EAA-3F94-0C86E43AC8AA}"/>
          </ac:picMkLst>
        </pc:picChg>
        <pc:picChg chg="mod ord modCrop">
          <ac:chgData name="Luís Filipe Soldado Granadeiro Rosado" userId="09efd696-5e37-4827-962e-22ce8ac9a98e" providerId="ADAL" clId="{F4DE9456-F6FF-4523-9B81-83756EC7CD55}" dt="2026-07-17T16:26:36.926" v="1549" actId="1076"/>
          <ac:picMkLst>
            <pc:docMk/>
            <pc:sldMk cId="1164552849" sldId="257"/>
            <ac:picMk id="19" creationId="{C95993BA-AEE3-F1FC-B65C-D1F09DDFE78B}"/>
          </ac:picMkLst>
        </pc:picChg>
      </pc:sldChg>
      <pc:sldChg chg="addSp delSp modSp add mod">
        <pc:chgData name="Luís Filipe Soldado Granadeiro Rosado" userId="09efd696-5e37-4827-962e-22ce8ac9a98e" providerId="ADAL" clId="{F4DE9456-F6FF-4523-9B81-83756EC7CD55}" dt="2026-07-20T09:02:18.889" v="1653" actId="207"/>
        <pc:sldMkLst>
          <pc:docMk/>
          <pc:sldMk cId="2714383918" sldId="258"/>
        </pc:sldMkLst>
        <pc:spChg chg="add mod">
          <ac:chgData name="Luís Filipe Soldado Granadeiro Rosado" userId="09efd696-5e37-4827-962e-22ce8ac9a98e" providerId="ADAL" clId="{F4DE9456-F6FF-4523-9B81-83756EC7CD55}" dt="2026-07-20T08:57:44.601" v="1576" actId="571"/>
          <ac:spMkLst>
            <pc:docMk/>
            <pc:sldMk cId="2714383918" sldId="258"/>
            <ac:spMk id="6" creationId="{7CEDDE1B-15B2-C29D-4364-B392C68A8367}"/>
          </ac:spMkLst>
        </pc:spChg>
        <pc:spChg chg="add mod">
          <ac:chgData name="Luís Filipe Soldado Granadeiro Rosado" userId="09efd696-5e37-4827-962e-22ce8ac9a98e" providerId="ADAL" clId="{F4DE9456-F6FF-4523-9B81-83756EC7CD55}" dt="2026-07-20T08:57:46.709" v="1578" actId="571"/>
          <ac:spMkLst>
            <pc:docMk/>
            <pc:sldMk cId="2714383918" sldId="258"/>
            <ac:spMk id="8" creationId="{B4C3B6AA-AD37-2712-DD0E-CEF935774CA8}"/>
          </ac:spMkLst>
        </pc:spChg>
        <pc:spChg chg="add del mod">
          <ac:chgData name="Luís Filipe Soldado Granadeiro Rosado" userId="09efd696-5e37-4827-962e-22ce8ac9a98e" providerId="ADAL" clId="{F4DE9456-F6FF-4523-9B81-83756EC7CD55}" dt="2026-07-20T08:58:19.263" v="1584" actId="478"/>
          <ac:spMkLst>
            <pc:docMk/>
            <pc:sldMk cId="2714383918" sldId="258"/>
            <ac:spMk id="9" creationId="{70AA1559-3536-D02A-D0AC-FD6155154001}"/>
          </ac:spMkLst>
        </pc:spChg>
        <pc:spChg chg="add mod">
          <ac:chgData name="Luís Filipe Soldado Granadeiro Rosado" userId="09efd696-5e37-4827-962e-22ce8ac9a98e" providerId="ADAL" clId="{F4DE9456-F6FF-4523-9B81-83756EC7CD55}" dt="2026-07-20T09:00:49.577" v="1628" actId="1076"/>
          <ac:spMkLst>
            <pc:docMk/>
            <pc:sldMk cId="2714383918" sldId="258"/>
            <ac:spMk id="10" creationId="{C8E91EE0-E7D3-FEB5-2D4A-63E15B501F90}"/>
          </ac:spMkLst>
        </pc:spChg>
        <pc:spChg chg="add del mod">
          <ac:chgData name="Luís Filipe Soldado Granadeiro Rosado" userId="09efd696-5e37-4827-962e-22ce8ac9a98e" providerId="ADAL" clId="{F4DE9456-F6FF-4523-9B81-83756EC7CD55}" dt="2026-07-20T08:58:47.289" v="1587" actId="478"/>
          <ac:spMkLst>
            <pc:docMk/>
            <pc:sldMk cId="2714383918" sldId="258"/>
            <ac:spMk id="11" creationId="{1ECFA1B3-6598-390F-05DE-04568D34BE20}"/>
          </ac:spMkLst>
        </pc:spChg>
        <pc:spChg chg="add mod">
          <ac:chgData name="Luís Filipe Soldado Granadeiro Rosado" userId="09efd696-5e37-4827-962e-22ce8ac9a98e" providerId="ADAL" clId="{F4DE9456-F6FF-4523-9B81-83756EC7CD55}" dt="2026-07-20T09:01:00.664" v="1631" actId="1076"/>
          <ac:spMkLst>
            <pc:docMk/>
            <pc:sldMk cId="2714383918" sldId="258"/>
            <ac:spMk id="12" creationId="{E63C8229-F90F-F26C-3F00-563F597898E8}"/>
          </ac:spMkLst>
        </pc:spChg>
        <pc:spChg chg="add mod">
          <ac:chgData name="Luís Filipe Soldado Granadeiro Rosado" userId="09efd696-5e37-4827-962e-22ce8ac9a98e" providerId="ADAL" clId="{F4DE9456-F6FF-4523-9B81-83756EC7CD55}" dt="2026-07-20T09:02:18.889" v="1653" actId="207"/>
          <ac:spMkLst>
            <pc:docMk/>
            <pc:sldMk cId="2714383918" sldId="258"/>
            <ac:spMk id="14" creationId="{F98B1FC7-DB1D-1016-269F-9861E1658853}"/>
          </ac:spMkLst>
        </pc:spChg>
        <pc:spChg chg="add del mod">
          <ac:chgData name="Luís Filipe Soldado Granadeiro Rosado" userId="09efd696-5e37-4827-962e-22ce8ac9a98e" providerId="ADAL" clId="{F4DE9456-F6FF-4523-9B81-83756EC7CD55}" dt="2026-07-20T09:01:15.848" v="1633" actId="478"/>
          <ac:spMkLst>
            <pc:docMk/>
            <pc:sldMk cId="2714383918" sldId="258"/>
            <ac:spMk id="15" creationId="{71DD0EFA-A356-DD1E-006D-5B20CB63063F}"/>
          </ac:spMkLst>
        </pc:spChg>
        <pc:picChg chg="add mod">
          <ac:chgData name="Luís Filipe Soldado Granadeiro Rosado" userId="09efd696-5e37-4827-962e-22ce8ac9a98e" providerId="ADAL" clId="{F4DE9456-F6FF-4523-9B81-83756EC7CD55}" dt="2026-07-20T08:57:44.601" v="1576" actId="571"/>
          <ac:picMkLst>
            <pc:docMk/>
            <pc:sldMk cId="2714383918" sldId="258"/>
            <ac:picMk id="5" creationId="{1D3C1B8B-BFC6-B4CF-DE11-F15925FE6AB2}"/>
          </ac:picMkLst>
        </pc:picChg>
        <pc:picChg chg="add mod">
          <ac:chgData name="Luís Filipe Soldado Granadeiro Rosado" userId="09efd696-5e37-4827-962e-22ce8ac9a98e" providerId="ADAL" clId="{F4DE9456-F6FF-4523-9B81-83756EC7CD55}" dt="2026-07-20T08:57:46.709" v="1578" actId="571"/>
          <ac:picMkLst>
            <pc:docMk/>
            <pc:sldMk cId="2714383918" sldId="258"/>
            <ac:picMk id="7" creationId="{FDDC2064-C2E8-3436-E0FF-192DAA6223B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5C08-8176-A26E-555F-22E5306AA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FD902-4CDC-D8BD-B2E3-8102F58B3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3C7D2-FB2B-4626-C213-4CCB4900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0B7A4-B57A-E13C-B3F1-2077F1E51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593F3-FB94-F068-4511-8CD587F2B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00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5A0A-AE6A-8E62-53F1-68BA6790B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F2AF7-7E72-604D-35EE-5A7BD2A6A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24197-4D74-5999-BE9D-B7A7CAD12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274F7-A91F-C278-0C48-606BA26BF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822A2-6AE9-718D-A29A-743B8E7E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73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E718A-787C-C398-D362-0BB41FC1E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E1C18-2B37-38D3-6E93-E592249B1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0EBFF-17F2-BB54-C102-8B01F785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24A81-E697-DDBC-86A4-642499E1A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E5502-6925-1F82-AC89-A1A2F19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5604-C595-4304-5489-575596A91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744CE-A7B9-CDF8-47D6-4C34B7974F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C8761-CB60-F9E4-ED3C-8E2EB9889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15D3C-7857-E5FD-C6EF-63080FA4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18907-791B-9E9A-E249-AF5CEAF3D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C21B3-F6A2-8D58-3494-45136EC6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06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D0B8-34D2-37EF-B078-7F6F0662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4D5CF-E457-A229-7401-ABA9BFD6D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67B46-F51C-2D6F-F53B-D307B4570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1756B2-A9F6-2AD6-306E-A37635DEC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9C6CF-2ED6-2486-8563-0C3C55A69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C5AA3-53E0-EC42-E44B-D17536EF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9C1DCB-0E52-13F3-2746-06C81A28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D0D03D-E43B-B5BC-53D3-3E9E61F4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2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D8AB-4DE6-9907-1CC9-7ACB63A6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6E84C6-8439-0ED2-E21D-5616F2D36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FA536-68BF-8EB7-472D-D9134C2B6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23268-283D-BB64-D77F-66E134B1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28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21FDD-7996-DFEA-2B4D-72EB0AA10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5ED99-85AE-E037-67F1-DE8AF342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CA22A-3D4F-DAE5-C5BC-D7D65F16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5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46896-85E6-62D1-B52C-6F1F23981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A7515-E531-376A-9059-7EB898D54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0E090-83D9-F03C-FECB-6162E3EB3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7C5FA-5D8A-CF8E-B097-A9ED59482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06F7A-1721-6A73-838D-10D08FBE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31E65-148B-C520-D7D8-6DA8963B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60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2EDF-DD36-459E-FCBE-BD3C82792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296F13-F9A2-B82B-BB4C-CE6CA67260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0D764-E127-E351-0A6F-A2C7FE1FC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1EA40-5442-50E3-71C1-8EBA10C2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D4CBC-D175-3867-2988-08F5D68BC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5BEDC-48AB-071D-7D85-C609867A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1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EE56-4C1A-6923-207C-963D26A3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9B2C5-BC9F-455B-C62D-983BFF052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66429-5977-EB8F-BDD1-48F85299E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1B3C8-3700-E56A-5951-5C2D710E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F7ED2-C3F0-0CC3-09E8-BE27C8D3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31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D71DD-B4D3-86EA-2C9B-C06BBCDA1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A30B5-880A-A125-9221-A05389560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1D269-809E-2062-6AC7-6BF0A0598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FEB23-FB6C-88BC-1954-001318B7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77240-8B85-F20E-E95B-DCC48F88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5F9BF2-2192-F8DD-2FD1-4330CE9CC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24703-7B8A-0FC8-20E2-DADEF76FD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FB413-0F86-278F-012E-1BC8A336A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F87E1-C8BB-4CE2-A21E-0C11E3CF716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86A79-0969-7B8B-7DA2-5D9B7D7D6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88D01-F434-5F5E-CA88-5C988DF7B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5F67E-C476-4EC7-92DE-413BC7AA3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0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B5894F-281B-BA7D-37A2-9A2DD408E6FA}"/>
              </a:ext>
            </a:extLst>
          </p:cNvPr>
          <p:cNvSpPr/>
          <p:nvPr/>
        </p:nvSpPr>
        <p:spPr>
          <a:xfrm>
            <a:off x="0" y="820132"/>
            <a:ext cx="12192000" cy="1763411"/>
          </a:xfrm>
          <a:prstGeom prst="rect">
            <a:avLst/>
          </a:prstGeom>
          <a:gradFill>
            <a:gsLst>
              <a:gs pos="70000">
                <a:srgbClr val="F1B13E"/>
              </a:gs>
              <a:gs pos="52000">
                <a:schemeClr val="bg1"/>
              </a:gs>
              <a:gs pos="48000">
                <a:schemeClr val="bg1"/>
              </a:gs>
              <a:gs pos="30000">
                <a:srgbClr val="F1B13E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5A1EA-51B4-B801-9107-CB3EC3BCA01B}"/>
              </a:ext>
            </a:extLst>
          </p:cNvPr>
          <p:cNvSpPr/>
          <p:nvPr/>
        </p:nvSpPr>
        <p:spPr>
          <a:xfrm>
            <a:off x="0" y="4013275"/>
            <a:ext cx="12192000" cy="1763411"/>
          </a:xfrm>
          <a:prstGeom prst="rect">
            <a:avLst/>
          </a:prstGeom>
          <a:gradFill>
            <a:gsLst>
              <a:gs pos="70000">
                <a:srgbClr val="AAD31E"/>
              </a:gs>
              <a:gs pos="55000">
                <a:schemeClr val="bg1"/>
              </a:gs>
              <a:gs pos="45000">
                <a:schemeClr val="bg1"/>
              </a:gs>
              <a:gs pos="30000">
                <a:srgbClr val="AAD31E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0A0B0A-A11B-6D63-6C68-7DB7C41FEC14}"/>
              </a:ext>
            </a:extLst>
          </p:cNvPr>
          <p:cNvSpPr/>
          <p:nvPr/>
        </p:nvSpPr>
        <p:spPr>
          <a:xfrm>
            <a:off x="0" y="6037868"/>
            <a:ext cx="12192000" cy="1763411"/>
          </a:xfrm>
          <a:prstGeom prst="rect">
            <a:avLst/>
          </a:prstGeom>
          <a:solidFill>
            <a:srgbClr val="AAD3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FF324E-621E-05B9-AEE8-571A435B5CF5}"/>
              </a:ext>
            </a:extLst>
          </p:cNvPr>
          <p:cNvSpPr/>
          <p:nvPr/>
        </p:nvSpPr>
        <p:spPr>
          <a:xfrm>
            <a:off x="0" y="388481"/>
            <a:ext cx="12192000" cy="3885975"/>
          </a:xfrm>
          <a:prstGeom prst="rect">
            <a:avLst/>
          </a:prstGeom>
          <a:gradFill flip="none" rotWithShape="1">
            <a:gsLst>
              <a:gs pos="18000">
                <a:schemeClr val="bg1"/>
              </a:gs>
              <a:gs pos="50000">
                <a:srgbClr val="00AFE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EF105A-4A38-2A5C-A9BE-283CF92A8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075" y="3148012"/>
            <a:ext cx="323850" cy="5619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2D2A5BA-5490-BBD9-F35C-2D26EC9C9C61}"/>
              </a:ext>
            </a:extLst>
          </p:cNvPr>
          <p:cNvSpPr/>
          <p:nvPr/>
        </p:nvSpPr>
        <p:spPr>
          <a:xfrm>
            <a:off x="0" y="-1576539"/>
            <a:ext cx="12192000" cy="1763411"/>
          </a:xfrm>
          <a:prstGeom prst="rect">
            <a:avLst/>
          </a:prstGeom>
          <a:solidFill>
            <a:srgbClr val="F1B1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5F2F39-183F-D4CB-DC65-91ACBF764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64336"/>
            <a:ext cx="12192000" cy="2585506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386DD5FC-D571-A739-1D6F-6EDE9635D5F7}"/>
              </a:ext>
            </a:extLst>
          </p:cNvPr>
          <p:cNvSpPr/>
          <p:nvPr/>
        </p:nvSpPr>
        <p:spPr>
          <a:xfrm>
            <a:off x="8723086" y="-3318329"/>
            <a:ext cx="2148114" cy="1769231"/>
          </a:xfrm>
          <a:prstGeom prst="ellipse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DB87AF6-20F0-CE43-4A63-825BC7F0F5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5" b="18748"/>
          <a:stretch>
            <a:fillRect/>
          </a:stretch>
        </p:blipFill>
        <p:spPr>
          <a:xfrm>
            <a:off x="0" y="490160"/>
            <a:ext cx="12192000" cy="2641600"/>
          </a:xfrm>
          <a:prstGeom prst="rect">
            <a:avLst/>
          </a:prstGeom>
          <a:gradFill>
            <a:gsLst>
              <a:gs pos="18000">
                <a:schemeClr val="bg1"/>
              </a:gs>
              <a:gs pos="50000">
                <a:srgbClr val="00AFEB"/>
              </a:gs>
            </a:gsLst>
            <a:path path="circle">
              <a:fillToRect l="50000" t="50000" r="50000" b="50000"/>
            </a:path>
          </a:gradFill>
        </p:spPr>
      </p:pic>
    </p:spTree>
    <p:extLst>
      <p:ext uri="{BB962C8B-B14F-4D97-AF65-F5344CB8AC3E}">
        <p14:creationId xmlns:p14="http://schemas.microsoft.com/office/powerpoint/2010/main" val="137370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68811-E6EF-279D-05FC-E469EB301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95993BA-AEE3-F1FC-B65C-D1F09DDFE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72" b="21385"/>
          <a:stretch>
            <a:fillRect/>
          </a:stretch>
        </p:blipFill>
        <p:spPr>
          <a:xfrm>
            <a:off x="0" y="0"/>
            <a:ext cx="12192000" cy="2281974"/>
          </a:xfrm>
          <a:prstGeom prst="rect">
            <a:avLst/>
          </a:prstGeom>
          <a:gradFill>
            <a:gsLst>
              <a:gs pos="20000">
                <a:schemeClr val="bg1"/>
              </a:gs>
              <a:gs pos="48000">
                <a:srgbClr val="00AFEB"/>
              </a:gs>
            </a:gsLst>
            <a:path path="circle">
              <a:fillToRect l="50000" t="50000" r="50000" b="50000"/>
            </a:path>
          </a:gra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38422F6-F954-C02B-4F9F-3F85DB03F34B}"/>
              </a:ext>
            </a:extLst>
          </p:cNvPr>
          <p:cNvSpPr/>
          <p:nvPr/>
        </p:nvSpPr>
        <p:spPr>
          <a:xfrm>
            <a:off x="2895600" y="0"/>
            <a:ext cx="6400800" cy="2281974"/>
          </a:xfrm>
          <a:prstGeom prst="rect">
            <a:avLst/>
          </a:prstGeom>
          <a:gradFill flip="none" rotWithShape="1">
            <a:gsLst>
              <a:gs pos="80000">
                <a:srgbClr val="FFFFFF">
                  <a:alpha val="80000"/>
                </a:srgbClr>
              </a:gs>
              <a:gs pos="10000">
                <a:srgbClr val="FFFFFF">
                  <a:alpha val="0"/>
                </a:srgbClr>
              </a:gs>
              <a:gs pos="20000">
                <a:srgbClr val="FFFFFF">
                  <a:alpha val="80000"/>
                </a:srgbClr>
              </a:gs>
              <a:gs pos="90000">
                <a:srgbClr val="FFFF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CF6639-11E7-6EAA-3F94-0C86E43AC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72" b="21385"/>
          <a:stretch>
            <a:fillRect/>
          </a:stretch>
        </p:blipFill>
        <p:spPr>
          <a:xfrm>
            <a:off x="0" y="3429000"/>
            <a:ext cx="12192000" cy="2281974"/>
          </a:xfrm>
          <a:prstGeom prst="rect">
            <a:avLst/>
          </a:prstGeom>
          <a:gradFill>
            <a:gsLst>
              <a:gs pos="20000">
                <a:schemeClr val="bg1"/>
              </a:gs>
              <a:gs pos="48000">
                <a:srgbClr val="00AFEB"/>
              </a:gs>
            </a:gsLst>
            <a:path path="circle">
              <a:fillToRect l="50000" t="50000" r="50000" b="50000"/>
            </a:path>
          </a:gra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D7809A-0B2D-FAC9-FD12-60AEA63EA172}"/>
              </a:ext>
            </a:extLst>
          </p:cNvPr>
          <p:cNvSpPr/>
          <p:nvPr/>
        </p:nvSpPr>
        <p:spPr>
          <a:xfrm>
            <a:off x="-2971" y="3429000"/>
            <a:ext cx="2218270" cy="2281974"/>
          </a:xfrm>
          <a:prstGeom prst="rect">
            <a:avLst/>
          </a:prstGeom>
          <a:gradFill flip="none" rotWithShape="1">
            <a:gsLst>
              <a:gs pos="10000">
                <a:srgbClr val="FFFFFF">
                  <a:alpha val="0"/>
                </a:srgbClr>
              </a:gs>
              <a:gs pos="20000">
                <a:srgbClr val="FFFFFF">
                  <a:alpha val="8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1CB3F8-50AE-2EA2-26A9-1A0ABADFF631}"/>
              </a:ext>
            </a:extLst>
          </p:cNvPr>
          <p:cNvSpPr/>
          <p:nvPr/>
        </p:nvSpPr>
        <p:spPr>
          <a:xfrm rot="10800000">
            <a:off x="7607431" y="3429000"/>
            <a:ext cx="4584568" cy="2281974"/>
          </a:xfrm>
          <a:prstGeom prst="rect">
            <a:avLst/>
          </a:prstGeom>
          <a:gradFill flip="none" rotWithShape="1">
            <a:gsLst>
              <a:gs pos="10000">
                <a:srgbClr val="FFFFFF">
                  <a:alpha val="0"/>
                </a:srgbClr>
              </a:gs>
              <a:gs pos="20000">
                <a:srgbClr val="FFFFFF">
                  <a:alpha val="8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52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9B2A-E3B5-5CA4-772C-A3866A19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22345E-3ED4-B1D1-47B1-97BBF7968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72" b="21385"/>
          <a:stretch>
            <a:fillRect/>
          </a:stretch>
        </p:blipFill>
        <p:spPr>
          <a:xfrm>
            <a:off x="0" y="0"/>
            <a:ext cx="12192000" cy="2281974"/>
          </a:xfrm>
          <a:prstGeom prst="rect">
            <a:avLst/>
          </a:prstGeom>
          <a:gradFill>
            <a:gsLst>
              <a:gs pos="20000">
                <a:schemeClr val="bg1"/>
              </a:gs>
              <a:gs pos="48000">
                <a:srgbClr val="00AFEB"/>
              </a:gs>
            </a:gsLst>
            <a:path path="circle">
              <a:fillToRect l="50000" t="50000" r="50000" b="50000"/>
            </a:path>
          </a:gra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9D29848-CA23-5A65-C612-755E10A495E1}"/>
              </a:ext>
            </a:extLst>
          </p:cNvPr>
          <p:cNvSpPr/>
          <p:nvPr/>
        </p:nvSpPr>
        <p:spPr>
          <a:xfrm rot="10800000">
            <a:off x="-1" y="0"/>
            <a:ext cx="12191999" cy="228197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45F20C-C323-3967-4B0E-3AF8242CF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72" b="21385"/>
          <a:stretch>
            <a:fillRect/>
          </a:stretch>
        </p:blipFill>
        <p:spPr>
          <a:xfrm>
            <a:off x="0" y="2425700"/>
            <a:ext cx="12192000" cy="2281974"/>
          </a:xfrm>
          <a:prstGeom prst="rect">
            <a:avLst/>
          </a:prstGeom>
          <a:gradFill>
            <a:gsLst>
              <a:gs pos="20000">
                <a:schemeClr val="bg1"/>
              </a:gs>
              <a:gs pos="48000">
                <a:srgbClr val="00AFEB"/>
              </a:gs>
            </a:gsLst>
            <a:path path="circle">
              <a:fillToRect l="50000" t="50000" r="50000" b="50000"/>
            </a:path>
          </a:grad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B5CAC9-426B-9B57-B44B-5AA7A3309C41}"/>
              </a:ext>
            </a:extLst>
          </p:cNvPr>
          <p:cNvSpPr/>
          <p:nvPr/>
        </p:nvSpPr>
        <p:spPr>
          <a:xfrm rot="10800000">
            <a:off x="-1" y="2425700"/>
            <a:ext cx="12191999" cy="2281974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58E6F-7D11-5BEE-BB08-022AA90A9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72" b="21385"/>
          <a:stretch>
            <a:fillRect/>
          </a:stretch>
        </p:blipFill>
        <p:spPr>
          <a:xfrm>
            <a:off x="0" y="5016500"/>
            <a:ext cx="12192000" cy="2281974"/>
          </a:xfrm>
          <a:prstGeom prst="rect">
            <a:avLst/>
          </a:prstGeom>
          <a:gradFill>
            <a:gsLst>
              <a:gs pos="20000">
                <a:schemeClr val="bg1"/>
              </a:gs>
              <a:gs pos="48000">
                <a:srgbClr val="00AFEB"/>
              </a:gs>
            </a:gsLst>
            <a:path path="circle">
              <a:fillToRect l="50000" t="50000" r="50000" b="50000"/>
            </a:path>
          </a:grad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38509E-D796-F71F-7FF1-B3489EFDB571}"/>
              </a:ext>
            </a:extLst>
          </p:cNvPr>
          <p:cNvSpPr/>
          <p:nvPr/>
        </p:nvSpPr>
        <p:spPr>
          <a:xfrm rot="10800000">
            <a:off x="-1" y="5016500"/>
            <a:ext cx="12191999" cy="2281974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8E0EF9-DEAD-3E4E-D95E-57AEBC621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897" y="5436336"/>
            <a:ext cx="1324722" cy="144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0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6FDDF-C6B1-B6C9-7C3F-F651AC534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E29D29-F601-272B-3AA1-D0371E90A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72" b="21385"/>
          <a:stretch>
            <a:fillRect/>
          </a:stretch>
        </p:blipFill>
        <p:spPr>
          <a:xfrm>
            <a:off x="0" y="0"/>
            <a:ext cx="12192000" cy="2281974"/>
          </a:xfrm>
          <a:prstGeom prst="rect">
            <a:avLst/>
          </a:prstGeom>
          <a:gradFill>
            <a:gsLst>
              <a:gs pos="20000">
                <a:schemeClr val="bg1"/>
              </a:gs>
              <a:gs pos="48000">
                <a:srgbClr val="00AFEB"/>
              </a:gs>
            </a:gsLst>
            <a:path path="circle">
              <a:fillToRect l="50000" t="50000" r="50000" b="50000"/>
            </a:path>
          </a:gra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B466DBC-422B-2AC1-B7A1-D45753F40D10}"/>
              </a:ext>
            </a:extLst>
          </p:cNvPr>
          <p:cNvSpPr/>
          <p:nvPr/>
        </p:nvSpPr>
        <p:spPr>
          <a:xfrm rot="10800000">
            <a:off x="-1" y="0"/>
            <a:ext cx="12191999" cy="2281974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7EE1EC-89E6-589D-8889-02C8099BD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72" b="21385"/>
          <a:stretch>
            <a:fillRect/>
          </a:stretch>
        </p:blipFill>
        <p:spPr>
          <a:xfrm>
            <a:off x="0" y="3143250"/>
            <a:ext cx="12192000" cy="2281974"/>
          </a:xfrm>
          <a:prstGeom prst="rect">
            <a:avLst/>
          </a:prstGeom>
          <a:gradFill>
            <a:gsLst>
              <a:gs pos="20000">
                <a:schemeClr val="bg1"/>
              </a:gs>
              <a:gs pos="48000">
                <a:srgbClr val="00AFEB"/>
              </a:gs>
            </a:gsLst>
            <a:path path="circle">
              <a:fillToRect l="50000" t="50000" r="50000" b="50000"/>
            </a:path>
          </a:gradFill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DF35A54-62CC-9A83-AB0D-D4714711B71B}"/>
              </a:ext>
            </a:extLst>
          </p:cNvPr>
          <p:cNvSpPr/>
          <p:nvPr/>
        </p:nvSpPr>
        <p:spPr>
          <a:xfrm rot="10800000">
            <a:off x="-1" y="3143250"/>
            <a:ext cx="12191999" cy="2281974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18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0</Words>
  <Application>Microsoft Office PowerPoint</Application>
  <PresentationFormat>Widescreen</PresentationFormat>
  <Paragraphs>75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Luís Filipe Soldado Granadeiro Rosado</dc:creator>
  <cp:lastModifiedBy>Luís Filipe Soldado Granadeiro Rosado</cp:lastModifiedBy>
  <cp:revision>6</cp:revision>
  <dcterms:created xsi:type="dcterms:W3CDTF">2026-07-17T13:05:33Z</dcterms:created>
  <dcterms:modified xsi:type="dcterms:W3CDTF">2026-10-20T19:43:59Z</dcterms:modified>
</cp:coreProperties>
</file>